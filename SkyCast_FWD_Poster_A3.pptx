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1" d="100"/>
          <a:sy n="31" d="100"/>
        </p:scale>
        <p:origin x="21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00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1" y="630936"/>
            <a:ext cx="9557309" cy="1928421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8000"/>
              </a:srgbClr>
            </a:solidFill>
            <a:prstDash val="solid"/>
          </a:ln>
        </p:spPr>
        <p:txBody>
          <a:bodyPr/>
          <a:lstStyle/>
          <a:p>
            <a:r>
              <a:rPr lang="en-IN" sz="2400" dirty="0" smtClean="0"/>
              <a:t>ROLL NO: 2520030221</a:t>
            </a:r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8129016" y="4572000"/>
            <a:ext cx="4114800" cy="41148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43416" y="548640"/>
            <a:ext cx="2286000" cy="2286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10972800"/>
            <a:ext cx="2743200" cy="2743200"/>
          </a:xfrm>
          <a:prstGeom prst="ellipse">
            <a:avLst/>
          </a:prstGeom>
          <a:solidFill>
            <a:srgbClr val="0D9488">
              <a:alpha val="9000"/>
            </a:srgbClr>
          </a:solidFill>
          <a:ln w="12700">
            <a:solidFill>
              <a:srgbClr val="0D9488">
                <a:alpha val="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5" y="228600"/>
            <a:ext cx="6322161" cy="4937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r>
              <a:rPr lang="en-IN" sz="2400" dirty="0" smtClean="0"/>
              <a:t>NAME: LAKSHMI ASWIKA INTURI</a:t>
            </a:r>
            <a:endParaRPr lang="en-IN" sz="2400" dirty="0"/>
          </a:p>
        </p:txBody>
      </p:sp>
      <p:sp>
        <p:nvSpPr>
          <p:cNvPr id="8" name="Shape 6"/>
          <p:cNvSpPr/>
          <p:nvPr/>
        </p:nvSpPr>
        <p:spPr>
          <a:xfrm>
            <a:off x="1781556" y="0"/>
            <a:ext cx="17907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3112" y="0"/>
            <a:ext cx="17907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4668" y="0"/>
            <a:ext cx="17907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26224" y="0"/>
            <a:ext cx="1790700" cy="91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07780" y="0"/>
            <a:ext cx="17907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146304"/>
            <a:ext cx="196596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14630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KLH BACHUPALLY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49056" y="475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BASED LEARNING — FWD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256032" y="1451403"/>
            <a:ext cx="10158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 smtClean="0">
                <a:solidFill>
                  <a:srgbClr val="020C1B"/>
                </a:solidFill>
                <a:latin typeface="Arial Black" pitchFamily="34" charset="0"/>
              </a:rPr>
              <a:t>REAL TIME INSTANT WEATHER PREDICTOR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455974" y="1706691"/>
            <a:ext cx="4455872" cy="556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7234" y="2669085"/>
            <a:ext cx="500634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4884" y="2450592"/>
            <a:ext cx="50063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478024"/>
            <a:ext cx="4750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C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2336" y="2871216"/>
            <a:ext cx="4750308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SkyCast is a fully frontend-only Instant Weather Predictor built using HTML5, CSS3, and Vanilla JavaScript — no backend, no server, no API key needed.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for 12 global cities is embedded directly in JavaScript objects. The app features animated day / dawn / dusk / night sky backgrounds, a 7-day forecast table, °C/°F unit toggle, fuzzy city search, stat cards for humidity, wind speed, pressure, and visibility — all packed into a single .html file.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semantic HTML5 structure, CSS Flexbox layout, CSS keyframe animations, CSS custom properties, JavaScript DOM manipulation, event listeners, localStorage persistence, ES6 arrow functions, array methods, and modular code structure — covering CO1 through CO5.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08676" y="2450592"/>
            <a:ext cx="5006340" cy="4069080"/>
          </a:xfrm>
          <a:prstGeom prst="rect">
            <a:avLst/>
          </a:prstGeom>
          <a:solidFill>
            <a:srgbClr val="081830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08676" y="2450592"/>
            <a:ext cx="50063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6692" y="2889504"/>
            <a:ext cx="1571244" cy="548640"/>
          </a:xfrm>
          <a:prstGeom prst="rect">
            <a:avLst/>
          </a:prstGeom>
          <a:solidFill>
            <a:srgbClr val="0A1F3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6692" y="2907792"/>
            <a:ext cx="1571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36692" y="3154680"/>
            <a:ext cx="1571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580" dirty="0"/>
          </a:p>
        </p:txBody>
      </p:sp>
      <p:sp>
        <p:nvSpPr>
          <p:cNvPr id="34" name="Shape 32"/>
          <p:cNvSpPr/>
          <p:nvPr/>
        </p:nvSpPr>
        <p:spPr>
          <a:xfrm>
            <a:off x="7126224" y="2889504"/>
            <a:ext cx="1571244" cy="548640"/>
          </a:xfrm>
          <a:prstGeom prst="rect">
            <a:avLst/>
          </a:prstGeom>
          <a:solidFill>
            <a:srgbClr val="0A1F3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6224" y="2907792"/>
            <a:ext cx="1571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26224" y="3154680"/>
            <a:ext cx="1571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&amp; Layout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8715756" y="2889504"/>
            <a:ext cx="1571244" cy="548640"/>
          </a:xfrm>
          <a:prstGeom prst="rect">
            <a:avLst/>
          </a:prstGeom>
          <a:solidFill>
            <a:srgbClr val="0A1F3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5756" y="2907792"/>
            <a:ext cx="1571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 ES6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715756" y="3154680"/>
            <a:ext cx="1571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DOM Events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5536692" y="3529584"/>
            <a:ext cx="4750308" cy="237744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6692" y="3529584"/>
            <a:ext cx="4750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renders instantly  →  No Backend  →  Works Offline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5536692" y="3858768"/>
            <a:ext cx="47503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545836" y="407822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2412" y="407822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 Cities Embedded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920990" y="407822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7566" y="407822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Animated Sky Scenes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545836" y="435254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2412" y="435254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7-Day Forecast Table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7920990" y="435254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7566" y="435254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°C / °F Toggle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545836" y="462686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2412" y="462686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Fuzzy City Search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920990" y="462686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7566" y="462686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localStorage History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5545836" y="490118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2412" y="490118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Humidity / Wind Stats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920990" y="4901184"/>
            <a:ext cx="2366010" cy="219456"/>
          </a:xfrm>
          <a:prstGeom prst="rect">
            <a:avLst/>
          </a:prstGeom>
          <a:solidFill>
            <a:srgbClr val="071428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7566" y="4901184"/>
            <a:ext cx="2329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Sunrise &amp; Sunset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536692" y="5084064"/>
            <a:ext cx="47503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545836" y="5285232"/>
            <a:ext cx="931774" cy="219456"/>
          </a:xfrm>
          <a:prstGeom prst="roundRect">
            <a:avLst>
              <a:gd name="adj" fmla="val 16667"/>
            </a:avLst>
          </a:prstGeom>
          <a:solidFill>
            <a:srgbClr val="0714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45836" y="5285232"/>
            <a:ext cx="9317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520" dirty="0"/>
          </a:p>
        </p:txBody>
      </p:sp>
      <p:sp>
        <p:nvSpPr>
          <p:cNvPr id="62" name="Shape 60"/>
          <p:cNvSpPr/>
          <p:nvPr/>
        </p:nvSpPr>
        <p:spPr>
          <a:xfrm>
            <a:off x="6495898" y="5285232"/>
            <a:ext cx="931774" cy="219456"/>
          </a:xfrm>
          <a:prstGeom prst="roundRect">
            <a:avLst>
              <a:gd name="adj" fmla="val 16667"/>
            </a:avLst>
          </a:prstGeom>
          <a:solidFill>
            <a:srgbClr val="0714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5898" y="5285232"/>
            <a:ext cx="9317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@keyframes</a:t>
            </a:r>
            <a:endParaRPr lang="en-US" sz="520" dirty="0"/>
          </a:p>
        </p:txBody>
      </p:sp>
      <p:sp>
        <p:nvSpPr>
          <p:cNvPr id="64" name="Shape 62"/>
          <p:cNvSpPr/>
          <p:nvPr/>
        </p:nvSpPr>
        <p:spPr>
          <a:xfrm>
            <a:off x="7445959" y="5285232"/>
            <a:ext cx="931774" cy="219456"/>
          </a:xfrm>
          <a:prstGeom prst="roundRect">
            <a:avLst>
              <a:gd name="adj" fmla="val 16667"/>
            </a:avLst>
          </a:prstGeom>
          <a:solidFill>
            <a:srgbClr val="0714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45959" y="5285232"/>
            <a:ext cx="9317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Flexbox/Grid</a:t>
            </a:r>
            <a:endParaRPr lang="en-US" sz="520" dirty="0"/>
          </a:p>
        </p:txBody>
      </p:sp>
      <p:sp>
        <p:nvSpPr>
          <p:cNvPr id="66" name="Shape 64"/>
          <p:cNvSpPr/>
          <p:nvPr/>
        </p:nvSpPr>
        <p:spPr>
          <a:xfrm>
            <a:off x="8396021" y="5285232"/>
            <a:ext cx="931774" cy="219456"/>
          </a:xfrm>
          <a:prstGeom prst="roundRect">
            <a:avLst>
              <a:gd name="adj" fmla="val 16667"/>
            </a:avLst>
          </a:prstGeom>
          <a:solidFill>
            <a:srgbClr val="0714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96021" y="5285232"/>
            <a:ext cx="9317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Fn</a:t>
            </a:r>
            <a:endParaRPr lang="en-US" sz="520" dirty="0"/>
          </a:p>
        </p:txBody>
      </p:sp>
      <p:sp>
        <p:nvSpPr>
          <p:cNvPr id="68" name="Shape 66"/>
          <p:cNvSpPr/>
          <p:nvPr/>
        </p:nvSpPr>
        <p:spPr>
          <a:xfrm>
            <a:off x="9346082" y="5285232"/>
            <a:ext cx="931774" cy="219456"/>
          </a:xfrm>
          <a:prstGeom prst="roundRect">
            <a:avLst>
              <a:gd name="adj" fmla="val 16667"/>
            </a:avLst>
          </a:prstGeom>
          <a:solidFill>
            <a:srgbClr val="0714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46082" y="5285232"/>
            <a:ext cx="9317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Events</a:t>
            </a:r>
            <a:endParaRPr lang="en-US" sz="520" dirty="0"/>
          </a:p>
        </p:txBody>
      </p:sp>
      <p:sp>
        <p:nvSpPr>
          <p:cNvPr id="70" name="Shape 68"/>
          <p:cNvSpPr/>
          <p:nvPr/>
        </p:nvSpPr>
        <p:spPr>
          <a:xfrm>
            <a:off x="5536692" y="5596128"/>
            <a:ext cx="4750308" cy="804672"/>
          </a:xfrm>
          <a:prstGeom prst="rect">
            <a:avLst/>
          </a:prstGeom>
          <a:solidFill>
            <a:srgbClr val="0714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09844" y="5669280"/>
            <a:ext cx="46040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609844" y="5907024"/>
            <a:ext cx="46040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[XXXXXXXXXX]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609844" y="6126480"/>
            <a:ext cx="4604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 |   FWD — Web Technologies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4320" y="6684264"/>
            <a:ext cx="10140696" cy="347472"/>
          </a:xfrm>
          <a:prstGeom prst="rect">
            <a:avLst/>
          </a:prstGeom>
          <a:solidFill>
            <a:srgbClr val="020C1B"/>
          </a:solidFill>
          <a:ln w="12700">
            <a:solidFill>
              <a:srgbClr val="020C1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6693408"/>
            <a:ext cx="182880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6693408"/>
            <a:ext cx="182880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6656" y="6693408"/>
            <a:ext cx="182880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77824" y="6693408"/>
            <a:ext cx="182880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78992" y="6693408"/>
            <a:ext cx="182880" cy="73152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80160" y="6693408"/>
            <a:ext cx="182880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481328" y="6693408"/>
            <a:ext cx="182880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82496" y="6693408"/>
            <a:ext cx="182880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83664" y="6693408"/>
            <a:ext cx="182880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84832" y="6693408"/>
            <a:ext cx="182880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6684264"/>
            <a:ext cx="10140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CO-WISE IMPLEMENTATION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274320" y="7068312"/>
            <a:ext cx="1954987" cy="6492240"/>
          </a:xfrm>
          <a:prstGeom prst="rect">
            <a:avLst/>
          </a:prstGeom>
          <a:solidFill>
            <a:srgbClr val="EFF9FF"/>
          </a:solidFill>
          <a:ln w="254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274320" y="7068312"/>
            <a:ext cx="1954987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47472" y="7123176"/>
            <a:ext cx="457200" cy="274320"/>
          </a:xfrm>
          <a:prstGeom prst="rect">
            <a:avLst/>
          </a:prstGeom>
          <a:solidFill>
            <a:srgbClr val="020C1B"/>
          </a:solidFill>
          <a:ln w="12700">
            <a:solidFill>
              <a:srgbClr val="020C1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7472" y="7123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CO1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74320" y="7452360"/>
            <a:ext cx="1954987" cy="347472"/>
          </a:xfrm>
          <a:prstGeom prst="rect">
            <a:avLst/>
          </a:prstGeom>
          <a:solidFill>
            <a:srgbClr val="0C3D5E"/>
          </a:solidFill>
          <a:ln w="12700">
            <a:solidFill>
              <a:srgbClr val="0C3D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9184" y="7452360"/>
            <a:ext cx="18452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&amp; CSS Basics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47472" y="7854696"/>
            <a:ext cx="1808683" cy="0"/>
          </a:xfrm>
          <a:prstGeom prst="line">
            <a:avLst/>
          </a:prstGeom>
          <a:noFill/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616" y="80101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3776" y="7927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structure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56616" y="86959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3776" y="8613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Google Fonts (HTTPS)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56616" y="93817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" y="9299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&amp; reset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356616" y="100675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3776" y="99852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&amp; color system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56616" y="107533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" y="106710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custom properties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56616" y="114391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93776" y="11356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viewport, charset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6616" y="121249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93776" y="12042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tags: header, main, footer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56616" y="128107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3776" y="12728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box-sizing reset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2320747" y="7068312"/>
            <a:ext cx="1954987" cy="6492240"/>
          </a:xfrm>
          <a:prstGeom prst="rect">
            <a:avLst/>
          </a:prstGeom>
          <a:solidFill>
            <a:srgbClr val="F5F3FF"/>
          </a:solidFill>
          <a:ln w="25400">
            <a:solidFill>
              <a:srgbClr val="A78BF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2320747" y="7068312"/>
            <a:ext cx="1954987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393899" y="7123176"/>
            <a:ext cx="457200" cy="274320"/>
          </a:xfrm>
          <a:prstGeom prst="rect">
            <a:avLst/>
          </a:prstGeom>
          <a:solidFill>
            <a:srgbClr val="020C1B"/>
          </a:solidFill>
          <a:ln w="12700">
            <a:solidFill>
              <a:srgbClr val="020C1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393899" y="7123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CO2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2320747" y="7452360"/>
            <a:ext cx="1954987" cy="3474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375611" y="7452360"/>
            <a:ext cx="18452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CSS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393899" y="7854696"/>
            <a:ext cx="1808683" cy="0"/>
          </a:xfrm>
          <a:prstGeom prst="line">
            <a:avLst/>
          </a:prstGeom>
          <a:noFill/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03043" y="80101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540203" y="7927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 layouts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2403043" y="86959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540203" y="8613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keyframe animations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2403043" y="93817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540203" y="9299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/ responsive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2403043" y="100675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540203" y="99852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 (themes)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2403043" y="107533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540203" y="106710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@keyframes: sunPulse, floatIcon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403043" y="114391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540203" y="11356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animation: cloudDrift, twinkle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403043" y="121249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540203" y="12042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backdrop-filter: blur()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2403043" y="1281074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540203" y="12728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transitions &amp; hover states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4367174" y="7068312"/>
            <a:ext cx="1954987" cy="649224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4367174" y="7068312"/>
            <a:ext cx="1954987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440326" y="7123176"/>
            <a:ext cx="457200" cy="274320"/>
          </a:xfrm>
          <a:prstGeom prst="rect">
            <a:avLst/>
          </a:prstGeom>
          <a:solidFill>
            <a:srgbClr val="020C1B"/>
          </a:solidFill>
          <a:ln w="12700">
            <a:solidFill>
              <a:srgbClr val="020C1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440326" y="7123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CO3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4367174" y="7452360"/>
            <a:ext cx="1954987" cy="347472"/>
          </a:xfrm>
          <a:prstGeom prst="rect">
            <a:avLst/>
          </a:prstGeom>
          <a:solidFill>
            <a:srgbClr val="5C3A00"/>
          </a:solidFill>
          <a:ln w="12700">
            <a:solidFill>
              <a:srgbClr val="5C3A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422038" y="7452360"/>
            <a:ext cx="18452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Core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440326" y="7854696"/>
            <a:ext cx="1808683" cy="0"/>
          </a:xfrm>
          <a:prstGeom prst="line">
            <a:avLst/>
          </a:prstGeom>
          <a:noFill/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449470" y="8010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586630" y="7927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loops, functions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4449470" y="8695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586630" y="8613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&amp; arrays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4449470" y="93817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586630" y="9299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449470" y="100675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586630" y="99852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 (map/filter)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4449470" y="107533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586630" y="106710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CITIES{} object — city data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449470" y="11439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586630" y="11356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fmtTemp() — unit conversion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4449470" y="12124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586630" y="12042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fmtTime() — unix timestamp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4449470" y="128107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586630" y="12728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getIcon() — wid mapping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413602" y="7068312"/>
            <a:ext cx="1954987" cy="649224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6" name="Shape 154"/>
          <p:cNvSpPr/>
          <p:nvPr/>
        </p:nvSpPr>
        <p:spPr>
          <a:xfrm>
            <a:off x="6413602" y="7068312"/>
            <a:ext cx="1954987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86754" y="7123176"/>
            <a:ext cx="457200" cy="274320"/>
          </a:xfrm>
          <a:prstGeom prst="rect">
            <a:avLst/>
          </a:prstGeom>
          <a:solidFill>
            <a:srgbClr val="020C1B"/>
          </a:solidFill>
          <a:ln w="12700">
            <a:solidFill>
              <a:srgbClr val="020C1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486754" y="7123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CO4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6413602" y="7452360"/>
            <a:ext cx="1954987" cy="347472"/>
          </a:xfrm>
          <a:prstGeom prst="rect">
            <a:avLst/>
          </a:prstGeom>
          <a:solidFill>
            <a:srgbClr val="0A3D38"/>
          </a:solidFill>
          <a:ln w="12700">
            <a:solidFill>
              <a:srgbClr val="0A3D3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468466" y="7452360"/>
            <a:ext cx="18452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&amp; Events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6486754" y="7854696"/>
            <a:ext cx="1808683" cy="0"/>
          </a:xfrm>
          <a:prstGeom prst="line">
            <a:avLst/>
          </a:prstGeom>
          <a:noFill/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5898" y="80101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633058" y="7927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/ innerHTML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6495898" y="86959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633058" y="8613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listeners &amp; forms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6495898" y="9381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633058" y="9299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(recent cities)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6495898" y="100675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633058" y="99852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(async UX)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6495898" y="107533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633058" y="106710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onsubmit → doSearch()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6495898" y="114391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633058" y="11356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 → setUnit() toggle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6495898" y="121249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633058" y="12042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window.onload initialization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6495898" y="12810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633058" y="12728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forecast row creation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8460029" y="7068312"/>
            <a:ext cx="1954987" cy="649224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9" name="Shape 177"/>
          <p:cNvSpPr/>
          <p:nvPr/>
        </p:nvSpPr>
        <p:spPr>
          <a:xfrm>
            <a:off x="8460029" y="7068312"/>
            <a:ext cx="1954987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33181" y="7123176"/>
            <a:ext cx="457200" cy="274320"/>
          </a:xfrm>
          <a:prstGeom prst="rect">
            <a:avLst/>
          </a:prstGeom>
          <a:solidFill>
            <a:srgbClr val="020C1B"/>
          </a:solidFill>
          <a:ln w="12700">
            <a:solidFill>
              <a:srgbClr val="020C1B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533181" y="7123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CO5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8460029" y="7452360"/>
            <a:ext cx="1954987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514893" y="7452360"/>
            <a:ext cx="18452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ES6 &amp; Best Practices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8533181" y="7854696"/>
            <a:ext cx="1808683" cy="0"/>
          </a:xfrm>
          <a:prstGeom prst="line">
            <a:avLst/>
          </a:prstGeom>
          <a:noFill/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542325" y="80101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679485" y="7927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error handling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8542325" y="86959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679485" y="8613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&amp; regex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8542325" y="93817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679485" y="9299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 tags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8542325" y="100675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8679485" y="99852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structure</a:t>
            </a:r>
            <a:endParaRPr lang="en-US" sz="700" dirty="0"/>
          </a:p>
        </p:txBody>
      </p:sp>
      <p:sp>
        <p:nvSpPr>
          <p:cNvPr id="193" name="Shape 191"/>
          <p:cNvSpPr/>
          <p:nvPr/>
        </p:nvSpPr>
        <p:spPr>
          <a:xfrm>
            <a:off x="8542325" y="107533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8679485" y="106710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700" dirty="0"/>
          </a:p>
        </p:txBody>
      </p:sp>
      <p:sp>
        <p:nvSpPr>
          <p:cNvPr id="195" name="Shape 193"/>
          <p:cNvSpPr/>
          <p:nvPr/>
        </p:nvSpPr>
        <p:spPr>
          <a:xfrm>
            <a:off x="8542325" y="114391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679485" y="113568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destructuring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8542325" y="121249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8679485" y="120426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renderWeather() separation</a:t>
            </a:r>
            <a:endParaRPr lang="en-US" sz="700" dirty="0"/>
          </a:p>
        </p:txBody>
      </p:sp>
      <p:sp>
        <p:nvSpPr>
          <p:cNvPr id="199" name="Shape 197"/>
          <p:cNvSpPr/>
          <p:nvPr/>
        </p:nvSpPr>
        <p:spPr>
          <a:xfrm>
            <a:off x="8542325" y="128107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8679485" y="12728448"/>
            <a:ext cx="1644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buildScene() modular design</a:t>
            </a:r>
            <a:endParaRPr lang="en-US" sz="700" dirty="0"/>
          </a:p>
        </p:txBody>
      </p:sp>
      <p:sp>
        <p:nvSpPr>
          <p:cNvPr id="201" name="Shape 199"/>
          <p:cNvSpPr/>
          <p:nvPr/>
        </p:nvSpPr>
        <p:spPr>
          <a:xfrm>
            <a:off x="274320" y="13670280"/>
            <a:ext cx="10140696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2" name="Shape 200"/>
          <p:cNvSpPr/>
          <p:nvPr/>
        </p:nvSpPr>
        <p:spPr>
          <a:xfrm>
            <a:off x="274320" y="13670280"/>
            <a:ext cx="10140696" cy="292608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20624" y="13697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C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204" name="Text 202"/>
          <p:cNvSpPr/>
          <p:nvPr/>
        </p:nvSpPr>
        <p:spPr>
          <a:xfrm>
            <a:off x="420624" y="13999464"/>
            <a:ext cx="9848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This project demonstrates all CO1–CO5 web development outcomes — from semantic HTML5 and advanced CSS animations, through JavaScript core, DOM events with localStorage, to ES6 best practices — all integrated in one animated weather application.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Future: Live OpenWeatherMap API, geolocation, PWA support, push alerts, user preferences, AI forecast summaries.</a:t>
            </a:r>
            <a:endParaRPr lang="en-US" sz="740" dirty="0"/>
          </a:p>
        </p:txBody>
      </p:sp>
      <p:sp>
        <p:nvSpPr>
          <p:cNvPr id="206" name="Shape 204"/>
          <p:cNvSpPr/>
          <p:nvPr/>
        </p:nvSpPr>
        <p:spPr>
          <a:xfrm>
            <a:off x="0" y="15051024"/>
            <a:ext cx="17907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781556" y="15051024"/>
            <a:ext cx="17907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563112" y="15051024"/>
            <a:ext cx="17907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344668" y="15051024"/>
            <a:ext cx="17907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126224" y="15051024"/>
            <a:ext cx="1790700" cy="7315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907780" y="15051024"/>
            <a:ext cx="17907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74320" y="14685264"/>
            <a:ext cx="5772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 smtClean="0">
                <a:solidFill>
                  <a:srgbClr val="7EA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772241" y="14685264"/>
            <a:ext cx="44895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[Your Name]   |   Roll No: [XXXXXXXXXX]   |   Cluster: [X]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527</Words>
  <Application>Microsoft Office PowerPoint</Application>
  <PresentationFormat>Custom</PresentationFormat>
  <Paragraphs>93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 Choudary</cp:lastModifiedBy>
  <cp:revision>7</cp:revision>
  <dcterms:created xsi:type="dcterms:W3CDTF">2026-03-07T07:50:46Z</dcterms:created>
  <dcterms:modified xsi:type="dcterms:W3CDTF">2026-03-09T11:21:48Z</dcterms:modified>
</cp:coreProperties>
</file>